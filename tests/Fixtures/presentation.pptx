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Orbit PDF export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One-slide conversion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